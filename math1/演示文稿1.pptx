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B4C96-5CB6-9EF5-FC41-46FACBEBF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76A10A-B293-2245-390A-B4FAED794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A5471-6BE4-AD39-D72A-0E3347B0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4EB23E-CAA0-6FDF-24DE-D36F7C3C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DA8195-D8C6-BA1C-4C21-A9A03753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59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5D5BB-83E5-8CB4-6B1E-14630F0A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499FD3-636A-2977-F8F5-054162309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DBD49-94FF-EBEB-7310-EEFE2AE3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B5916C-8D63-C109-8D84-49894CCE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5BADF-3780-6FE0-09BD-47E4D65D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853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22447-FB02-A16F-3FE4-F589DEB1E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3884AD-84F4-DF90-E769-F24D72253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518C8-EBA5-E44F-72AB-D5D0E105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E2984A-C02C-3D6E-6020-89922A41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D8C7E-2B48-8667-1AEF-BAFCF725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83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79EDB-0DEE-652F-35AC-D2A97398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6502C5-8367-7ADD-833C-7360AC79C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DB1C0C-6706-A526-ADBE-D4877F723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9F20B2-CA7A-003A-6525-D40FF5B6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3C5D1C-6346-5563-99E6-E5AA7154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F78A20-DB45-85EC-2638-3B8C1F42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13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8513F-7A96-0A4C-C8F9-7E269200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D57E6F-8642-E670-0564-399B8852F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C9C446-FC81-74DF-BC50-9C6A51C72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DC475F-CA1F-B0B7-2C95-87D583376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DED5CA-E4CC-4532-7ED2-3A39312E0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FCBC90-CFE7-4C5E-8ED7-720839A6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1975F6-247B-9D12-FEC9-A12AB231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F5F4C3-9443-1093-05B7-7B34C6DA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460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D9426-8F87-124F-60E0-C947732C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6845DE-790E-EBEE-C5C0-B99B452A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1A2E2D-141E-86CA-D9F8-4C163B19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36B063-A5A3-5C16-FFF8-E5BA5FB7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63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92EC8E-1994-42D1-14CD-49B5D78D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55C234-4D46-4ED7-55C3-CC3F9955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CFCA83-DE2E-13C9-86BE-D0A6C9AC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3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C1188-8860-B2D8-E3C8-0249A039D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F569C5-0C1A-F9EC-342C-79361492B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F8979E-2246-8E01-2028-3FA4E164C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F82015-0CD7-8B93-7EFA-CC45CAA8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99F7CD-BE7E-2502-E742-A8DEA6EF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355920-2DB8-34BF-FA4F-661DFB15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7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5EB2E-17D7-7932-0642-12F94A32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4AF9A9-1E95-AB49-4730-101C0842C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470C22-43B7-2CDE-26E0-DDE131D91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89EEE6-7085-4385-F4C8-E30CF227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0EE438-284F-BF6E-B252-BED8C6FC9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779F0B-8E76-9813-AB74-643A1F93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47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6408-86EA-EB1A-EA5A-A3DA2322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91CFCB-6850-AE84-D3F9-CB92F1766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E8628C-7347-ECCC-C0A6-FBE0E407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9E6C4B-D91B-213C-3A06-1222B37F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EF230-1569-08DF-A395-0CC8B4E9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4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7159C5-FBF6-D778-8104-0E9166F89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A0203-3C8B-6BE9-D05F-F144F6945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27B96-CEE4-A1F6-BF8A-81EFB2B1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42DB6D-CF8E-73E8-F55E-44F06530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DDF25-FBB4-2369-600E-FE835F9E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70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02F0FB-37D1-21C8-BD2F-A652B695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17AA94-921C-2943-1665-FAE3B0799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B2F066-5FCE-2F32-AA9E-68F18CD95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D9C09-C310-40F6-8D4D-5A7450AAD58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802121-0A56-4E2A-6746-6565273F4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28786E-CFBD-5DE0-4701-B3D8A5F64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C3429-2EDC-44BA-BC0D-9240D3F98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3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2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2.jpg"/><Relationship Id="rId7" Type="http://schemas.openxmlformats.org/officeDocument/2006/relationships/image" Target="../media/image9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1.jpg"/><Relationship Id="rId4" Type="http://schemas.openxmlformats.org/officeDocument/2006/relationships/image" Target="../media/image2.jpg"/><Relationship Id="rId9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E1DEB03-AF6E-9E27-8103-5DCBEEDD5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729" y="789945"/>
            <a:ext cx="8125591" cy="48875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8CFE7EF-1829-0EDA-50AF-909895B7F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589" y="2034776"/>
            <a:ext cx="701516" cy="9582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458B892-EBE7-25E6-E17F-21FF46BCD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58" y="1852926"/>
            <a:ext cx="842926" cy="45952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329ABBD-FE2B-0EB2-7987-15674103E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16" y="987646"/>
            <a:ext cx="842926" cy="39213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C0F1B36-7F7B-DC14-0177-E78122F7A5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103" y="5223131"/>
            <a:ext cx="842926" cy="39808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8975955-9AF1-AE72-7B92-ED5E33C30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13" y="2034776"/>
            <a:ext cx="701516" cy="9582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2BDF71B0-2063-D3F5-1AD3-234352C3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050" y="1087886"/>
            <a:ext cx="701516" cy="9582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BDCB8F0-CCEC-B858-033C-B8E3D28A4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74" y="1087886"/>
            <a:ext cx="701516" cy="9582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3F5FDB6-D003-1EFA-3DAB-24F028423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65" y="5374259"/>
            <a:ext cx="701516" cy="9582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E17EA98-291F-99ED-DEAF-FFD0EDD19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489" y="5374259"/>
            <a:ext cx="701516" cy="9582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7DF6284E-85A4-A9F1-AEAD-8368DFE3A7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8411" y="1852925"/>
            <a:ext cx="877533" cy="45952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CC320CC-AB73-D0ED-045C-3A25C3664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895" y="2034776"/>
            <a:ext cx="701516" cy="9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033657-B55A-D1D6-46F5-F67B84251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54" y="963964"/>
            <a:ext cx="8390514" cy="4351338"/>
          </a:xfrm>
        </p:spPr>
      </p:pic>
    </p:spTree>
    <p:extLst>
      <p:ext uri="{BB962C8B-B14F-4D97-AF65-F5344CB8AC3E}">
        <p14:creationId xmlns:p14="http://schemas.microsoft.com/office/powerpoint/2010/main" val="125690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A44168B-3EEC-8260-92FA-1B6C1C1B0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282" y="795238"/>
            <a:ext cx="7739072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D1ECDF-B3B9-6132-5106-A5D689AD5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371" y="4659349"/>
            <a:ext cx="733286" cy="4252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2E399F-81AA-3563-5F8F-6127062C77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034" y="1538457"/>
            <a:ext cx="1049960" cy="4059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B6CBDB6-5C41-97FB-AA88-AC9D3E52AE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656" y="1086133"/>
            <a:ext cx="695062" cy="40311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0624946-94D8-CC04-EF41-F5F01C6409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91" y="1538457"/>
            <a:ext cx="695062" cy="40311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5964422-0279-B62E-80D6-933716651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4028" y="1259100"/>
            <a:ext cx="418622" cy="5718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0989BE6-2F29-2EB7-E08E-3C312CDB59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48" y="1711424"/>
            <a:ext cx="418622" cy="5718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8866E71-70D9-788A-3DC6-EF1FCA8670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515" y="1711424"/>
            <a:ext cx="418622" cy="5718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7F463526-BCE8-0238-62B2-55445F62DF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781" y="1261552"/>
            <a:ext cx="418622" cy="5718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5D0A79AB-FD63-784E-C4F9-167A5EFB3D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586" y="4840500"/>
            <a:ext cx="418622" cy="5718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7CCE7D4-7631-43E1-CACA-F0FF43B52F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339" y="4842952"/>
            <a:ext cx="418622" cy="5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5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D7062EE6-1699-5FD9-E35E-5611F293B52D}"/>
              </a:ext>
            </a:extLst>
          </p:cNvPr>
          <p:cNvGrpSpPr/>
          <p:nvPr/>
        </p:nvGrpSpPr>
        <p:grpSpPr>
          <a:xfrm>
            <a:off x="670172" y="137731"/>
            <a:ext cx="10578397" cy="6153994"/>
            <a:chOff x="606672" y="258381"/>
            <a:chExt cx="10578397" cy="6153994"/>
          </a:xfrm>
        </p:grpSpPr>
        <p:pic>
          <p:nvPicPr>
            <p:cNvPr id="5" name="内容占位符 4">
              <a:extLst>
                <a:ext uri="{FF2B5EF4-FFF2-40B4-BE49-F238E27FC236}">
                  <a16:creationId xmlns:a16="http://schemas.microsoft.com/office/drawing/2014/main" id="{A69AFFA0-4C59-5403-8085-55BDC3AAA52E}"/>
                </a:ext>
              </a:extLst>
            </p:cNvPr>
            <p:cNvPicPr>
              <a:picLocks noGrp="1" noChangeAspect="1"/>
            </p:cNvPicPr>
            <p:nvPr>
              <p:ph idx="1"/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672" y="258381"/>
              <a:ext cx="10578397" cy="6153994"/>
            </a:xfrm>
          </p:spPr>
        </p:pic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9C7C527-6796-1013-ED14-87F9E9041487}"/>
                </a:ext>
              </a:extLst>
            </p:cNvPr>
            <p:cNvCxnSpPr>
              <a:cxnSpLocks/>
            </p:cNvCxnSpPr>
            <p:nvPr/>
          </p:nvCxnSpPr>
          <p:spPr>
            <a:xfrm>
              <a:off x="7670800" y="592598"/>
              <a:ext cx="0" cy="49909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500233E-CC22-A954-EACD-D632EA0A84D7}"/>
                </a:ext>
              </a:extLst>
            </p:cNvPr>
            <p:cNvSpPr>
              <a:spLocks/>
            </p:cNvSpPr>
            <p:nvPr/>
          </p:nvSpPr>
          <p:spPr>
            <a:xfrm>
              <a:off x="7554383" y="1172633"/>
              <a:ext cx="116417" cy="40428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2BC1402-56B0-9511-A6B6-6EEEBBF6CB2C}"/>
                </a:ext>
              </a:extLst>
            </p:cNvPr>
            <p:cNvSpPr>
              <a:spLocks/>
            </p:cNvSpPr>
            <p:nvPr/>
          </p:nvSpPr>
          <p:spPr>
            <a:xfrm>
              <a:off x="7535333" y="1172633"/>
              <a:ext cx="116415" cy="2518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91DE2B31-3BA7-1E22-DEFD-688DA97EC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338" y="514189"/>
            <a:ext cx="837465" cy="48570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A596AB1-EBFE-26CF-3694-501F8C2C8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697" y="688143"/>
            <a:ext cx="504390" cy="68900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EA06891-57EE-B788-BA5B-39BC54FC4293}"/>
              </a:ext>
            </a:extLst>
          </p:cNvPr>
          <p:cNvCxnSpPr>
            <a:cxnSpLocks/>
          </p:cNvCxnSpPr>
          <p:nvPr/>
        </p:nvCxnSpPr>
        <p:spPr>
          <a:xfrm>
            <a:off x="4993640" y="1950720"/>
            <a:ext cx="255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273146E-67F6-422F-C49B-5DF44DE29AE3}"/>
              </a:ext>
            </a:extLst>
          </p:cNvPr>
          <p:cNvCxnSpPr>
            <a:cxnSpLocks/>
          </p:cNvCxnSpPr>
          <p:nvPr/>
        </p:nvCxnSpPr>
        <p:spPr>
          <a:xfrm>
            <a:off x="4958080" y="3703636"/>
            <a:ext cx="255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15436C5-BE60-7713-F805-2B803C1BBA11}"/>
              </a:ext>
            </a:extLst>
          </p:cNvPr>
          <p:cNvCxnSpPr>
            <a:cxnSpLocks/>
          </p:cNvCxnSpPr>
          <p:nvPr/>
        </p:nvCxnSpPr>
        <p:spPr>
          <a:xfrm>
            <a:off x="5184140" y="5462895"/>
            <a:ext cx="2550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3D8BF753-EAA9-82E6-5455-48D69E0A2F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9505" y="1286441"/>
            <a:ext cx="837465" cy="48570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BE53D03-A172-A85E-F12C-262F706D4A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253" y="471948"/>
            <a:ext cx="1242395" cy="48037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7DEF582-A687-BF94-F735-6BAB56119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404" y="1508810"/>
            <a:ext cx="504390" cy="689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61C89BB-CCBA-18AD-7754-E5500FAF3C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81" y="677684"/>
            <a:ext cx="504390" cy="689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5CC27AF-28BE-C1C1-86C8-9D4B214AF1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88" y="5742423"/>
            <a:ext cx="837464" cy="485709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06926455-C15F-CECC-4930-5E5D60F13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810" y="5950828"/>
            <a:ext cx="504390" cy="689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DD056F30-B9ED-27C5-8BA5-4C8CBC1E56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921" y="1367865"/>
            <a:ext cx="293811" cy="40428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D80101C-ED9B-3C3C-BC9A-0443A1D003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390" y="1401766"/>
            <a:ext cx="411063" cy="351887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45DE581B-AAAF-43C6-CCF7-51F6D9E88B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197" y="3092656"/>
            <a:ext cx="293811" cy="404284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886BBC8-0F96-58A1-6D12-34DDF5CE18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701" y="3116505"/>
            <a:ext cx="411063" cy="35188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03E5FD16-EC40-7882-318E-B583427A7B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904" y="4870656"/>
            <a:ext cx="293811" cy="404284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43D138E-76BE-99C0-A887-DB0BAD55B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408" y="4894505"/>
            <a:ext cx="411063" cy="35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7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 x</dc:creator>
  <cp:lastModifiedBy>x x</cp:lastModifiedBy>
  <cp:revision>1</cp:revision>
  <dcterms:created xsi:type="dcterms:W3CDTF">2026-06-19T10:44:25Z</dcterms:created>
  <dcterms:modified xsi:type="dcterms:W3CDTF">2026-07-12T13:08:06Z</dcterms:modified>
</cp:coreProperties>
</file>